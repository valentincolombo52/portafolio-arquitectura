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440000" cx="1512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88">
          <p15:clr>
            <a:srgbClr val="A4A3A4"/>
          </p15:clr>
        </p15:guide>
        <p15:guide id="2" pos="476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88" orient="horz"/>
        <p:guide pos="476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946238" y="685800"/>
            <a:ext cx="4966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946238" y="685800"/>
            <a:ext cx="4966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03a374e322_0_5:notes"/>
          <p:cNvSpPr/>
          <p:nvPr>
            <p:ph idx="2" type="sldImg"/>
          </p:nvPr>
        </p:nvSpPr>
        <p:spPr>
          <a:xfrm>
            <a:off x="946238" y="685800"/>
            <a:ext cx="4966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03a374e32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03a374e322_0_0:notes"/>
          <p:cNvSpPr/>
          <p:nvPr>
            <p:ph idx="2" type="sldImg"/>
          </p:nvPr>
        </p:nvSpPr>
        <p:spPr>
          <a:xfrm>
            <a:off x="946238" y="685800"/>
            <a:ext cx="4966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03a374e32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03a374e3c0_1_3:notes"/>
          <p:cNvSpPr/>
          <p:nvPr>
            <p:ph idx="2" type="sldImg"/>
          </p:nvPr>
        </p:nvSpPr>
        <p:spPr>
          <a:xfrm>
            <a:off x="946238" y="685800"/>
            <a:ext cx="4966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03a374e3c0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03a374e3c0_2_2:notes"/>
          <p:cNvSpPr/>
          <p:nvPr>
            <p:ph idx="2" type="sldImg"/>
          </p:nvPr>
        </p:nvSpPr>
        <p:spPr>
          <a:xfrm>
            <a:off x="946238" y="685800"/>
            <a:ext cx="4966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03a374e3c0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03a374e322_0_10:notes"/>
          <p:cNvSpPr/>
          <p:nvPr>
            <p:ph idx="2" type="sldImg"/>
          </p:nvPr>
        </p:nvSpPr>
        <p:spPr>
          <a:xfrm>
            <a:off x="946238" y="685800"/>
            <a:ext cx="4966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03a374e32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fc0ee5dc70_0_0:notes"/>
          <p:cNvSpPr/>
          <p:nvPr>
            <p:ph idx="2" type="sldImg"/>
          </p:nvPr>
        </p:nvSpPr>
        <p:spPr>
          <a:xfrm>
            <a:off x="946238" y="685800"/>
            <a:ext cx="4966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fc0ee5dc7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03a374e322_0_15:notes"/>
          <p:cNvSpPr/>
          <p:nvPr>
            <p:ph idx="2" type="sldImg"/>
          </p:nvPr>
        </p:nvSpPr>
        <p:spPr>
          <a:xfrm>
            <a:off x="946238" y="685800"/>
            <a:ext cx="4966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03a374e32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515423" y="1511298"/>
            <a:ext cx="14089200" cy="4166400"/>
          </a:xfrm>
          <a:prstGeom prst="rect">
            <a:avLst/>
          </a:prstGeom>
        </p:spPr>
        <p:txBody>
          <a:bodyPr anchorCtr="0" anchor="b" bIns="162650" lIns="162650" spcFirstLastPara="1" rIns="162650" wrap="square" tIns="1626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1pPr>
            <a:lvl2pPr lvl="1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2pPr>
            <a:lvl3pPr lvl="2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3pPr>
            <a:lvl4pPr lvl="3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4pPr>
            <a:lvl5pPr lvl="4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5pPr>
            <a:lvl6pPr lvl="5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6pPr>
            <a:lvl7pPr lvl="6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7pPr>
            <a:lvl8pPr lvl="7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8pPr>
            <a:lvl9pPr lvl="8" algn="ctr">
              <a:spcBef>
                <a:spcPts val="0"/>
              </a:spcBef>
              <a:spcAft>
                <a:spcPts val="0"/>
              </a:spcAft>
              <a:buSzPts val="9300"/>
              <a:buNone/>
              <a:defRPr sz="93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515409" y="5752555"/>
            <a:ext cx="14089200" cy="1608900"/>
          </a:xfrm>
          <a:prstGeom prst="rect">
            <a:avLst/>
          </a:prstGeom>
        </p:spPr>
        <p:txBody>
          <a:bodyPr anchorCtr="0" anchor="t" bIns="162650" lIns="162650" spcFirstLastPara="1" rIns="162650" wrap="square" tIns="1626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4009576" y="9465147"/>
            <a:ext cx="907200" cy="798900"/>
          </a:xfrm>
          <a:prstGeom prst="rect">
            <a:avLst/>
          </a:prstGeom>
        </p:spPr>
        <p:txBody>
          <a:bodyPr anchorCtr="0" anchor="ctr" bIns="162650" lIns="162650" spcFirstLastPara="1" rIns="162650" wrap="square" tIns="1626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515409" y="4365680"/>
            <a:ext cx="14089200" cy="1708500"/>
          </a:xfrm>
          <a:prstGeom prst="rect">
            <a:avLst/>
          </a:prstGeom>
        </p:spPr>
        <p:txBody>
          <a:bodyPr anchorCtr="0" anchor="ctr" bIns="162650" lIns="162650" spcFirstLastPara="1" rIns="162650" wrap="square" tIns="1626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4009576" y="9465147"/>
            <a:ext cx="907200" cy="798900"/>
          </a:xfrm>
          <a:prstGeom prst="rect">
            <a:avLst/>
          </a:prstGeom>
        </p:spPr>
        <p:txBody>
          <a:bodyPr anchorCtr="0" anchor="ctr" bIns="162650" lIns="162650" spcFirstLastPara="1" rIns="162650" wrap="square" tIns="1626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515409" y="903288"/>
            <a:ext cx="14089200" cy="1162500"/>
          </a:xfrm>
          <a:prstGeom prst="rect">
            <a:avLst/>
          </a:prstGeom>
        </p:spPr>
        <p:txBody>
          <a:bodyPr anchorCtr="0" anchor="t" bIns="162650" lIns="162650" spcFirstLastPara="1" rIns="162650" wrap="square" tIns="1626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515409" y="2339232"/>
            <a:ext cx="14089200" cy="6934500"/>
          </a:xfrm>
          <a:prstGeom prst="rect">
            <a:avLst/>
          </a:prstGeom>
        </p:spPr>
        <p:txBody>
          <a:bodyPr anchorCtr="0" anchor="t" bIns="162650" lIns="162650" spcFirstLastPara="1" rIns="162650" wrap="square" tIns="162650">
            <a:normAutofit/>
          </a:bodyPr>
          <a:lstStyle>
            <a:lvl1pPr indent="-431800" lvl="0" marL="457200">
              <a:spcBef>
                <a:spcPts val="0"/>
              </a:spcBef>
              <a:spcAft>
                <a:spcPts val="0"/>
              </a:spcAft>
              <a:buSzPts val="3200"/>
              <a:buChar char="●"/>
              <a:defRPr/>
            </a:lvl1pPr>
            <a:lvl2pPr indent="-387350" lvl="1" marL="9144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indent="-387350" lvl="2" marL="13716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indent="-387350" lvl="3" marL="182880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indent="-387350" lvl="4" marL="22860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indent="-387350" lvl="5" marL="27432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indent="-387350" lvl="6" marL="320040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indent="-387350" lvl="7" marL="36576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indent="-387350" lvl="8" marL="41148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4009576" y="9465147"/>
            <a:ext cx="907200" cy="798900"/>
          </a:xfrm>
          <a:prstGeom prst="rect">
            <a:avLst/>
          </a:prstGeom>
        </p:spPr>
        <p:txBody>
          <a:bodyPr anchorCtr="0" anchor="ctr" bIns="162650" lIns="162650" spcFirstLastPara="1" rIns="162650" wrap="square" tIns="1626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515409" y="903288"/>
            <a:ext cx="14089200" cy="1162500"/>
          </a:xfrm>
          <a:prstGeom prst="rect">
            <a:avLst/>
          </a:prstGeom>
        </p:spPr>
        <p:txBody>
          <a:bodyPr anchorCtr="0" anchor="t" bIns="162650" lIns="162650" spcFirstLastPara="1" rIns="162650" wrap="square" tIns="1626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515409" y="2339232"/>
            <a:ext cx="6614100" cy="6934500"/>
          </a:xfrm>
          <a:prstGeom prst="rect">
            <a:avLst/>
          </a:prstGeom>
        </p:spPr>
        <p:txBody>
          <a:bodyPr anchorCtr="0" anchor="t" bIns="162650" lIns="162650" spcFirstLastPara="1" rIns="162650" wrap="square" tIns="162650">
            <a:normAutofit/>
          </a:bodyPr>
          <a:lstStyle>
            <a:lvl1pPr indent="-387350" lvl="0" marL="457200"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500"/>
            </a:lvl1pPr>
            <a:lvl2pPr indent="-361950" lvl="1" marL="91440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7990583" y="2339232"/>
            <a:ext cx="6614100" cy="6934500"/>
          </a:xfrm>
          <a:prstGeom prst="rect">
            <a:avLst/>
          </a:prstGeom>
        </p:spPr>
        <p:txBody>
          <a:bodyPr anchorCtr="0" anchor="t" bIns="162650" lIns="162650" spcFirstLastPara="1" rIns="162650" wrap="square" tIns="162650">
            <a:normAutofit/>
          </a:bodyPr>
          <a:lstStyle>
            <a:lvl1pPr indent="-387350" lvl="0" marL="457200"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500"/>
            </a:lvl1pPr>
            <a:lvl2pPr indent="-361950" lvl="1" marL="91440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4009576" y="9465147"/>
            <a:ext cx="907200" cy="798900"/>
          </a:xfrm>
          <a:prstGeom prst="rect">
            <a:avLst/>
          </a:prstGeom>
        </p:spPr>
        <p:txBody>
          <a:bodyPr anchorCtr="0" anchor="ctr" bIns="162650" lIns="162650" spcFirstLastPara="1" rIns="162650" wrap="square" tIns="1626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515409" y="903288"/>
            <a:ext cx="14089200" cy="1162500"/>
          </a:xfrm>
          <a:prstGeom prst="rect">
            <a:avLst/>
          </a:prstGeom>
        </p:spPr>
        <p:txBody>
          <a:bodyPr anchorCtr="0" anchor="t" bIns="162650" lIns="162650" spcFirstLastPara="1" rIns="162650" wrap="square" tIns="1626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4009576" y="9465147"/>
            <a:ext cx="907200" cy="798900"/>
          </a:xfrm>
          <a:prstGeom prst="rect">
            <a:avLst/>
          </a:prstGeom>
        </p:spPr>
        <p:txBody>
          <a:bodyPr anchorCtr="0" anchor="ctr" bIns="162650" lIns="162650" spcFirstLastPara="1" rIns="162650" wrap="square" tIns="1626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515409" y="1127727"/>
            <a:ext cx="4643100" cy="1533900"/>
          </a:xfrm>
          <a:prstGeom prst="rect">
            <a:avLst/>
          </a:prstGeom>
        </p:spPr>
        <p:txBody>
          <a:bodyPr anchorCtr="0" anchor="b" bIns="162650" lIns="162650" spcFirstLastPara="1" rIns="162650" wrap="square" tIns="1626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515409" y="2820535"/>
            <a:ext cx="4643100" cy="6453300"/>
          </a:xfrm>
          <a:prstGeom prst="rect">
            <a:avLst/>
          </a:prstGeom>
        </p:spPr>
        <p:txBody>
          <a:bodyPr anchorCtr="0" anchor="t" bIns="162650" lIns="162650" spcFirstLastPara="1" rIns="162650" wrap="square" tIns="162650">
            <a:normAutofit/>
          </a:bodyPr>
          <a:lstStyle>
            <a:lvl1pPr indent="-361950" lvl="0" marL="45720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1pPr>
            <a:lvl2pPr indent="-361950" lvl="1" marL="91440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4009576" y="9465147"/>
            <a:ext cx="907200" cy="798900"/>
          </a:xfrm>
          <a:prstGeom prst="rect">
            <a:avLst/>
          </a:prstGeom>
        </p:spPr>
        <p:txBody>
          <a:bodyPr anchorCtr="0" anchor="ctr" bIns="162650" lIns="162650" spcFirstLastPara="1" rIns="162650" wrap="square" tIns="1626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810650" y="913690"/>
            <a:ext cx="10529400" cy="8303400"/>
          </a:xfrm>
          <a:prstGeom prst="rect">
            <a:avLst/>
          </a:prstGeom>
        </p:spPr>
        <p:txBody>
          <a:bodyPr anchorCtr="0" anchor="ctr" bIns="162650" lIns="162650" spcFirstLastPara="1" rIns="162650" wrap="square" tIns="1626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1pPr>
            <a:lvl2pPr lvl="1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4009576" y="9465147"/>
            <a:ext cx="907200" cy="798900"/>
          </a:xfrm>
          <a:prstGeom prst="rect">
            <a:avLst/>
          </a:prstGeom>
        </p:spPr>
        <p:txBody>
          <a:bodyPr anchorCtr="0" anchor="ctr" bIns="162650" lIns="162650" spcFirstLastPara="1" rIns="162650" wrap="square" tIns="1626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7560000" y="-254"/>
            <a:ext cx="7560000" cy="1044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62650" lIns="162650" spcFirstLastPara="1" rIns="162650" wrap="square" tIns="162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439016" y="2503032"/>
            <a:ext cx="6688800" cy="3008700"/>
          </a:xfrm>
          <a:prstGeom prst="rect">
            <a:avLst/>
          </a:prstGeom>
        </p:spPr>
        <p:txBody>
          <a:bodyPr anchorCtr="0" anchor="b" bIns="162650" lIns="162650" spcFirstLastPara="1" rIns="162650" wrap="square" tIns="1626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1pPr>
            <a:lvl2pPr lvl="1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2pPr>
            <a:lvl3pPr lvl="2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3pPr>
            <a:lvl4pPr lvl="3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4pPr>
            <a:lvl5pPr lvl="4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5pPr>
            <a:lvl6pPr lvl="5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6pPr>
            <a:lvl7pPr lvl="6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7pPr>
            <a:lvl8pPr lvl="7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8pPr>
            <a:lvl9pPr lvl="8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439016" y="5689531"/>
            <a:ext cx="6688800" cy="2506800"/>
          </a:xfrm>
          <a:prstGeom prst="rect">
            <a:avLst/>
          </a:prstGeom>
        </p:spPr>
        <p:txBody>
          <a:bodyPr anchorCtr="0" anchor="t" bIns="162650" lIns="162650" spcFirstLastPara="1" rIns="162650" wrap="square" tIns="1626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8167677" y="1469689"/>
            <a:ext cx="6344700" cy="7500000"/>
          </a:xfrm>
          <a:prstGeom prst="rect">
            <a:avLst/>
          </a:prstGeom>
        </p:spPr>
        <p:txBody>
          <a:bodyPr anchorCtr="0" anchor="ctr" bIns="162650" lIns="162650" spcFirstLastPara="1" rIns="162650" wrap="square" tIns="162650">
            <a:normAutofit/>
          </a:bodyPr>
          <a:lstStyle>
            <a:lvl1pPr indent="-431800" lvl="0" marL="457200">
              <a:spcBef>
                <a:spcPts val="0"/>
              </a:spcBef>
              <a:spcAft>
                <a:spcPts val="0"/>
              </a:spcAft>
              <a:buSzPts val="3200"/>
              <a:buChar char="●"/>
              <a:defRPr/>
            </a:lvl1pPr>
            <a:lvl2pPr indent="-387350" lvl="1" marL="9144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indent="-387350" lvl="2" marL="13716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indent="-387350" lvl="3" marL="182880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indent="-387350" lvl="4" marL="22860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indent="-387350" lvl="5" marL="27432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indent="-387350" lvl="6" marL="320040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indent="-387350" lvl="7" marL="3657600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indent="-387350" lvl="8" marL="4114800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4009576" y="9465147"/>
            <a:ext cx="907200" cy="798900"/>
          </a:xfrm>
          <a:prstGeom prst="rect">
            <a:avLst/>
          </a:prstGeom>
        </p:spPr>
        <p:txBody>
          <a:bodyPr anchorCtr="0" anchor="ctr" bIns="162650" lIns="162650" spcFirstLastPara="1" rIns="162650" wrap="square" tIns="1626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515409" y="8586994"/>
            <a:ext cx="9919200" cy="1228200"/>
          </a:xfrm>
          <a:prstGeom prst="rect">
            <a:avLst/>
          </a:prstGeom>
        </p:spPr>
        <p:txBody>
          <a:bodyPr anchorCtr="0" anchor="ctr" bIns="162650" lIns="162650" spcFirstLastPara="1" rIns="162650" wrap="square" tIns="1626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4009576" y="9465147"/>
            <a:ext cx="907200" cy="798900"/>
          </a:xfrm>
          <a:prstGeom prst="rect">
            <a:avLst/>
          </a:prstGeom>
        </p:spPr>
        <p:txBody>
          <a:bodyPr anchorCtr="0" anchor="ctr" bIns="162650" lIns="162650" spcFirstLastPara="1" rIns="162650" wrap="square" tIns="1626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515409" y="2245153"/>
            <a:ext cx="14089200" cy="3985500"/>
          </a:xfrm>
          <a:prstGeom prst="rect">
            <a:avLst/>
          </a:prstGeom>
        </p:spPr>
        <p:txBody>
          <a:bodyPr anchorCtr="0" anchor="b" bIns="162650" lIns="162650" spcFirstLastPara="1" rIns="162650" wrap="square" tIns="1626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515409" y="6398217"/>
            <a:ext cx="14089200" cy="2640300"/>
          </a:xfrm>
          <a:prstGeom prst="rect">
            <a:avLst/>
          </a:prstGeom>
        </p:spPr>
        <p:txBody>
          <a:bodyPr anchorCtr="0" anchor="t" bIns="162650" lIns="162650" spcFirstLastPara="1" rIns="162650" wrap="square" tIns="162650">
            <a:normAutofit/>
          </a:bodyPr>
          <a:lstStyle>
            <a:lvl1pPr indent="-431800" lvl="0" marL="457200" algn="ctr">
              <a:spcBef>
                <a:spcPts val="0"/>
              </a:spcBef>
              <a:spcAft>
                <a:spcPts val="0"/>
              </a:spcAft>
              <a:buSzPts val="3200"/>
              <a:buChar char="●"/>
              <a:defRPr/>
            </a:lvl1pPr>
            <a:lvl2pPr indent="-387350" lvl="1" marL="914400" algn="ctr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indent="-387350" lvl="2" marL="1371600" algn="ctr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indent="-387350" lvl="3" marL="1828800" algn="ctr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indent="-387350" lvl="4" marL="2286000" algn="ctr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indent="-387350" lvl="5" marL="2743200" algn="ctr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indent="-387350" lvl="6" marL="3200400" algn="ctr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indent="-387350" lvl="7" marL="3657600" algn="ctr"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indent="-387350" lvl="8" marL="4114800" algn="ctr"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4009576" y="9465147"/>
            <a:ext cx="907200" cy="798900"/>
          </a:xfrm>
          <a:prstGeom prst="rect">
            <a:avLst/>
          </a:prstGeom>
        </p:spPr>
        <p:txBody>
          <a:bodyPr anchorCtr="0" anchor="ctr" bIns="162650" lIns="162650" spcFirstLastPara="1" rIns="162650" wrap="square" tIns="1626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4009576" y="9465147"/>
            <a:ext cx="907200" cy="798900"/>
          </a:xfrm>
          <a:prstGeom prst="rect">
            <a:avLst/>
          </a:prstGeom>
        </p:spPr>
        <p:txBody>
          <a:bodyPr anchorCtr="0" anchor="ctr" bIns="162650" lIns="162650" spcFirstLastPara="1" rIns="162650" wrap="square" tIns="1626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15409" y="903288"/>
            <a:ext cx="14089200" cy="11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650" lIns="162650" spcFirstLastPara="1" rIns="162650" wrap="square" tIns="1626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15409" y="2339232"/>
            <a:ext cx="14089200" cy="69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650" lIns="162650" spcFirstLastPara="1" rIns="162650" wrap="square" tIns="162650">
            <a:normAutofit/>
          </a:bodyPr>
          <a:lstStyle>
            <a:lvl1pPr indent="-431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Char char="●"/>
              <a:defRPr sz="3200">
                <a:solidFill>
                  <a:schemeClr val="dk2"/>
                </a:solidFill>
              </a:defRPr>
            </a:lvl1pPr>
            <a:lvl2pPr indent="-3873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○"/>
              <a:defRPr sz="2500">
                <a:solidFill>
                  <a:schemeClr val="dk2"/>
                </a:solidFill>
              </a:defRPr>
            </a:lvl2pPr>
            <a:lvl3pPr indent="-3873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■"/>
              <a:defRPr sz="2500">
                <a:solidFill>
                  <a:schemeClr val="dk2"/>
                </a:solidFill>
              </a:defRPr>
            </a:lvl3pPr>
            <a:lvl4pPr indent="-3873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●"/>
              <a:defRPr sz="2500">
                <a:solidFill>
                  <a:schemeClr val="dk2"/>
                </a:solidFill>
              </a:defRPr>
            </a:lvl4pPr>
            <a:lvl5pPr indent="-3873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○"/>
              <a:defRPr sz="2500">
                <a:solidFill>
                  <a:schemeClr val="dk2"/>
                </a:solidFill>
              </a:defRPr>
            </a:lvl5pPr>
            <a:lvl6pPr indent="-3873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■"/>
              <a:defRPr sz="2500">
                <a:solidFill>
                  <a:schemeClr val="dk2"/>
                </a:solidFill>
              </a:defRPr>
            </a:lvl6pPr>
            <a:lvl7pPr indent="-3873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●"/>
              <a:defRPr sz="2500">
                <a:solidFill>
                  <a:schemeClr val="dk2"/>
                </a:solidFill>
              </a:defRPr>
            </a:lvl7pPr>
            <a:lvl8pPr indent="-3873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○"/>
              <a:defRPr sz="2500">
                <a:solidFill>
                  <a:schemeClr val="dk2"/>
                </a:solidFill>
              </a:defRPr>
            </a:lvl8pPr>
            <a:lvl9pPr indent="-3873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■"/>
              <a:defRPr sz="25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4009576" y="9465147"/>
            <a:ext cx="907200" cy="7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650" lIns="162650" spcFirstLastPara="1" rIns="162650" wrap="square" tIns="162650">
            <a:normAutofit/>
          </a:bodyPr>
          <a:lstStyle>
            <a:lvl1pPr lvl="0" algn="r">
              <a:buNone/>
              <a:defRPr sz="1800">
                <a:solidFill>
                  <a:schemeClr val="dk2"/>
                </a:solidFill>
              </a:defRPr>
            </a:lvl1pPr>
            <a:lvl2pPr lvl="1" algn="r">
              <a:buNone/>
              <a:defRPr sz="1800">
                <a:solidFill>
                  <a:schemeClr val="dk2"/>
                </a:solidFill>
              </a:defRPr>
            </a:lvl2pPr>
            <a:lvl3pPr lvl="2" algn="r">
              <a:buNone/>
              <a:defRPr sz="1800">
                <a:solidFill>
                  <a:schemeClr val="dk2"/>
                </a:solidFill>
              </a:defRPr>
            </a:lvl3pPr>
            <a:lvl4pPr lvl="3" algn="r">
              <a:buNone/>
              <a:defRPr sz="1800">
                <a:solidFill>
                  <a:schemeClr val="dk2"/>
                </a:solidFill>
              </a:defRPr>
            </a:lvl4pPr>
            <a:lvl5pPr lvl="4" algn="r">
              <a:buNone/>
              <a:defRPr sz="1800">
                <a:solidFill>
                  <a:schemeClr val="dk2"/>
                </a:solidFill>
              </a:defRPr>
            </a:lvl5pPr>
            <a:lvl6pPr lvl="5" algn="r">
              <a:buNone/>
              <a:defRPr sz="1800">
                <a:solidFill>
                  <a:schemeClr val="dk2"/>
                </a:solidFill>
              </a:defRPr>
            </a:lvl6pPr>
            <a:lvl7pPr lvl="6" algn="r">
              <a:buNone/>
              <a:defRPr sz="1800">
                <a:solidFill>
                  <a:schemeClr val="dk2"/>
                </a:solidFill>
              </a:defRPr>
            </a:lvl7pPr>
            <a:lvl8pPr lvl="7" algn="r">
              <a:buNone/>
              <a:defRPr sz="1800">
                <a:solidFill>
                  <a:schemeClr val="dk2"/>
                </a:solidFill>
              </a:defRPr>
            </a:lvl8pPr>
            <a:lvl9pPr lvl="8" algn="r">
              <a:buNone/>
              <a:defRPr sz="18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566850" y="5438925"/>
            <a:ext cx="1007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013" y="0"/>
            <a:ext cx="14765967" cy="104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013" y="0"/>
            <a:ext cx="14765972" cy="104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013" y="0"/>
            <a:ext cx="14765972" cy="104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24217"/>
            <a:ext cx="15120000" cy="97157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24213"/>
            <a:ext cx="15120000" cy="97157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017" y="0"/>
            <a:ext cx="14765967" cy="104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027" y="0"/>
            <a:ext cx="14765947" cy="104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>
            <p:ph type="title"/>
          </p:nvPr>
        </p:nvSpPr>
        <p:spPr>
          <a:xfrm>
            <a:off x="515409" y="903288"/>
            <a:ext cx="14089200" cy="1162500"/>
          </a:xfrm>
          <a:prstGeom prst="rect">
            <a:avLst/>
          </a:prstGeom>
        </p:spPr>
        <p:txBody>
          <a:bodyPr anchorCtr="0" anchor="t" bIns="162650" lIns="162650" spcFirstLastPara="1" rIns="162650" wrap="square" tIns="1626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0"/>
          <p:cNvSpPr txBox="1"/>
          <p:nvPr>
            <p:ph idx="1" type="body"/>
          </p:nvPr>
        </p:nvSpPr>
        <p:spPr>
          <a:xfrm>
            <a:off x="515409" y="2339232"/>
            <a:ext cx="14089200" cy="6934500"/>
          </a:xfrm>
          <a:prstGeom prst="rect">
            <a:avLst/>
          </a:prstGeom>
        </p:spPr>
        <p:txBody>
          <a:bodyPr anchorCtr="0" anchor="t" bIns="162650" lIns="162650" spcFirstLastPara="1" rIns="162650" wrap="square" tIns="1626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10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017" y="0"/>
            <a:ext cx="14765967" cy="104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