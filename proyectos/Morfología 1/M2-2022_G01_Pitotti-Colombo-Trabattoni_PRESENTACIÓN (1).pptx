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693400" cx="151225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000000"/>
          </p15:clr>
        </p15:guide>
        <p15:guide id="2" pos="476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34190" y="3321887"/>
            <a:ext cx="12854146" cy="2292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68379" y="6059593"/>
            <a:ext cx="10585768" cy="2732758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lv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80"/>
              </a:spcBef>
              <a:spcAft>
                <a:spcPts val="0"/>
              </a:spcAft>
              <a:buClr>
                <a:srgbClr val="888888"/>
              </a:buClr>
              <a:buSzPts val="3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6126" y="2495128"/>
            <a:ext cx="13610273" cy="70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194575" y="6871501"/>
            <a:ext cx="12854146" cy="2123828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Calibri"/>
              <a:buNone/>
              <a:defRPr b="1" sz="6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194575" y="4532320"/>
            <a:ext cx="12854146" cy="2339181"/>
          </a:xfrm>
          <a:prstGeom prst="rect">
            <a:avLst/>
          </a:prstGeom>
          <a:noFill/>
          <a:ln>
            <a:noFill/>
          </a:ln>
        </p:spPr>
        <p:txBody>
          <a:bodyPr anchorCtr="0" anchor="b" bIns="73750" lIns="147500" spcFirstLastPara="1" rIns="147500" wrap="square" tIns="737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60"/>
              </a:spcBef>
              <a:spcAft>
                <a:spcPts val="0"/>
              </a:spcAft>
              <a:buClr>
                <a:srgbClr val="888888"/>
              </a:buClr>
              <a:buSzPts val="2300"/>
              <a:buNone/>
              <a:defRPr sz="23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56126" y="2495128"/>
            <a:ext cx="6679115" cy="70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514350" lvl="0" marL="4572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  <a:defRPr sz="4500"/>
            </a:lvl1pPr>
            <a:lvl2pPr indent="-476250" lvl="1" marL="9144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Char char="–"/>
              <a:defRPr sz="39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7687284" y="2495128"/>
            <a:ext cx="6679115" cy="70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514350" lvl="0" marL="4572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  <a:defRPr sz="4500"/>
            </a:lvl1pPr>
            <a:lvl2pPr indent="-476250" lvl="1" marL="9144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Char char="–"/>
              <a:defRPr sz="39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12750" lvl="3" marL="1828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–"/>
              <a:defRPr sz="2900"/>
            </a:lvl4pPr>
            <a:lvl5pPr indent="-412750" lvl="4" marL="22860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»"/>
              <a:defRPr sz="2900"/>
            </a:lvl5pPr>
            <a:lvl6pPr indent="-412750" lvl="5" marL="2743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6pPr>
            <a:lvl7pPr indent="-412750" lvl="6" marL="32004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7pPr>
            <a:lvl8pPr indent="-412750" lvl="7" marL="3657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8pPr>
            <a:lvl9pPr indent="-412750" lvl="8" marL="41148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756127" y="2393640"/>
            <a:ext cx="6681741" cy="997555"/>
          </a:xfrm>
          <a:prstGeom prst="rect">
            <a:avLst/>
          </a:prstGeom>
          <a:noFill/>
          <a:ln>
            <a:noFill/>
          </a:ln>
        </p:spPr>
        <p:txBody>
          <a:bodyPr anchorCtr="0" anchor="b" bIns="73750" lIns="147500" spcFirstLastPara="1" rIns="147500" wrap="square" tIns="73750">
            <a:normAutofit/>
          </a:bodyPr>
          <a:lstStyle>
            <a:lvl1pPr indent="-228600" lvl="0" marL="4572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756127" y="3391195"/>
            <a:ext cx="6681741" cy="6161082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476250" lvl="0" marL="4572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Char char="•"/>
              <a:defRPr sz="39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12750" lvl="2" marL="1371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7682034" y="2393640"/>
            <a:ext cx="6684366" cy="997555"/>
          </a:xfrm>
          <a:prstGeom prst="rect">
            <a:avLst/>
          </a:prstGeom>
          <a:noFill/>
          <a:ln>
            <a:noFill/>
          </a:ln>
        </p:spPr>
        <p:txBody>
          <a:bodyPr anchorCtr="0" anchor="b" bIns="73750" lIns="147500" spcFirstLastPara="1" rIns="147500" wrap="square" tIns="73750">
            <a:normAutofit/>
          </a:bodyPr>
          <a:lstStyle>
            <a:lvl1pPr indent="-228600" lvl="0" marL="4572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b="1" sz="3900"/>
            </a:lvl1pPr>
            <a:lvl2pPr indent="-2286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2pPr>
            <a:lvl3pPr indent="-228600" lvl="2" marL="1371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b="1" sz="29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7682034" y="3391195"/>
            <a:ext cx="6684366" cy="6161082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476250" lvl="0" marL="4572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Char char="•"/>
              <a:defRPr sz="39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12750" lvl="2" marL="13716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756128" y="425756"/>
            <a:ext cx="4975206" cy="1811937"/>
          </a:xfrm>
          <a:prstGeom prst="rect">
            <a:avLst/>
          </a:prstGeom>
          <a:noFill/>
          <a:ln>
            <a:noFill/>
          </a:ln>
        </p:spPr>
        <p:txBody>
          <a:bodyPr anchorCtr="0" anchor="b" bIns="73750" lIns="147500" spcFirstLastPara="1" rIns="147500" wrap="square" tIns="737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912487" y="425757"/>
            <a:ext cx="8453912" cy="9126520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558800" lvl="0" marL="45720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Char char="•"/>
              <a:defRPr sz="5200"/>
            </a:lvl1pPr>
            <a:lvl2pPr indent="-514350" lvl="1" marL="9144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Char char="–"/>
              <a:defRPr sz="4500"/>
            </a:lvl2pPr>
            <a:lvl3pPr indent="-476250" lvl="2" marL="137160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Char char="•"/>
              <a:defRPr sz="3900"/>
            </a:lvl3pPr>
            <a:lvl4pPr indent="-431800" lvl="3" marL="1828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756128" y="2237694"/>
            <a:ext cx="4975206" cy="7314583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228600" lvl="0" marL="457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964121" y="7485381"/>
            <a:ext cx="9073515" cy="883691"/>
          </a:xfrm>
          <a:prstGeom prst="rect">
            <a:avLst/>
          </a:prstGeom>
          <a:noFill/>
          <a:ln>
            <a:noFill/>
          </a:ln>
        </p:spPr>
        <p:txBody>
          <a:bodyPr anchorCtr="0" anchor="b" bIns="73750" lIns="147500" spcFirstLastPara="1" rIns="147500" wrap="square" tIns="737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2964121" y="955475"/>
            <a:ext cx="9073515" cy="641604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964121" y="8369072"/>
            <a:ext cx="9073515" cy="125498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228600" lvl="0" marL="4572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032688" y="-781434"/>
            <a:ext cx="7057149" cy="13610273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103092" y="3288972"/>
            <a:ext cx="9124045" cy="3402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171934" y="12425"/>
            <a:ext cx="9124045" cy="9955662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  <a:defRPr b="0" i="0" sz="7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56126" y="2495128"/>
            <a:ext cx="13610273" cy="70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>
            <a:lvl1pPr indent="-558800" lvl="0" marL="457200" marR="0" rtl="0" algn="l"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Char char="•"/>
              <a:defRPr b="0" i="0" sz="5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14350" lvl="1" marL="9144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Char char="–"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76250" lvl="2" marL="1371600" marR="0" rtl="0" algn="l"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Char char="•"/>
              <a:defRPr b="0" i="0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56126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166863" y="9911199"/>
            <a:ext cx="4788800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37810" y="9911199"/>
            <a:ext cx="3528589" cy="569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" y="258"/>
            <a:ext cx="15121847" cy="1069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" y="0"/>
            <a:ext cx="15122566" cy="10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122566" cy="10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00" y="-1660"/>
            <a:ext cx="15121848" cy="10692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0278"/>
            <a:ext cx="15151242" cy="10713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5122566" cy="106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489" y="0"/>
            <a:ext cx="15122700" cy="106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" y="508"/>
            <a:ext cx="15121848" cy="10692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756126" y="428232"/>
            <a:ext cx="13610273" cy="1782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3750" lIns="147500" spcFirstLastPara="1" rIns="147500" wrap="square" tIns="737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756126" y="2495128"/>
            <a:ext cx="13610273" cy="7057149"/>
          </a:xfrm>
          <a:prstGeom prst="rect">
            <a:avLst/>
          </a:prstGeom>
          <a:noFill/>
          <a:ln>
            <a:noFill/>
          </a:ln>
        </p:spPr>
        <p:txBody>
          <a:bodyPr anchorCtr="0" anchor="t" bIns="73750" lIns="147500" spcFirstLastPara="1" rIns="147500" wrap="square" tIns="73750">
            <a:normAutofit/>
          </a:bodyPr>
          <a:lstStyle/>
          <a:p>
            <a:pPr indent="-222973" lvl="0" marL="55317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1"/>
            <a:ext cx="15122524" cy="10692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" y="508"/>
            <a:ext cx="15121848" cy="10692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2177"/>
            <a:ext cx="15224638" cy="10765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293" y="-22412"/>
            <a:ext cx="15151205" cy="10715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5122525" cy="10692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